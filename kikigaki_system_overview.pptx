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291840" cy="3291840"/>
          </a:xfrm>
          <a:prstGeom prst="ellipse">
            <a:avLst/>
          </a:prstGeom>
          <a:solidFill>
            <a:srgbClr val="1F3A5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3017520"/>
            <a:ext cx="2926080" cy="2926080"/>
          </a:xfrm>
          <a:prstGeom prst="ellipse">
            <a:avLst/>
          </a:prstGeom>
          <a:solidFill>
            <a:srgbClr val="0E7C7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 ·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0" cy="2926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システム解説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3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自費出版向け 取材メモ → 章立て → 本文生成のデモアプリ。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9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 · TypeScript · Anthropic Claude / OpenAI · 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なぜ作ったか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編集者が直面しているワークフロー上の問題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3291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自費出版の編集現場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いまの課題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取材メモが膨大で構成案を組むのに数日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ライターが章ごとに何度も書き直す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長い本だと前後の章の整合性が崩れやすい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本人・遺族との確認往復で時間が消える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用字用語ルールが暗黙知化している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931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54864" cy="3291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このシステムが提供するもの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AIによる編集支援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取材メモから3案の章立てを自動生成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選んだ案に小見出しまで自動展開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小見出し単位で本文 + 編集メモを出力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校正ルールを毎回プロンプトに自動結合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JSON で出力 → 既存フローに接続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体験フロー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編集者の操作フロー（取材メモ→Word出力まで）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3504" y="141732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58191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43584" y="1618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取材メモ貼付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1488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対象者の人生・発言を自由記述で投入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24328" y="141732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58191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618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章立て3案生成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21488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時系列・テーマ・人物伝の3方向を提示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5152" y="141732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9744" y="158191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1618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構成案を選択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9744" y="21488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編集者が方向性を確定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65976" y="141732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0568" y="158191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06056" y="1618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小見出し自動展開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0568" y="21488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各章に3〜5節を自動生成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" y="306324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" y="32278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43584" y="3264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小見出し選択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" y="379476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本文を作りたい節をクリック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24328" y="306324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88920" y="32278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27889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64408" y="3264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 + 編集メモ生成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88920" y="379476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校正ルール込みで800-1200字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45152" y="306324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9744" y="32278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3264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編集レビュー追記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9744" y="379476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別人格AIが事実確認・追加質問を追加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65976" y="3063240"/>
            <a:ext cx="1874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30568" y="32278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830568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06056" y="3264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JSON 出力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30568" y="379476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Wordで配布、JSONで端末移行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AI出力はすべて JSON。失敗時は自動リトライ + フォールバックで UI が壊れない設計。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全体構成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3層構成（ブラウザ / Vercel Functions / AI Provider）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solidFill>
            <a:srgbClr val="E6ECF3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08760"/>
            <a:ext cx="868680" cy="228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08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· React · localStorage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5画面 / 1コンポーネント (Nav, ProjectSwitcher) / 1ストレージ層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fetch(POST /api/...)  JSON over HTTPS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solidFill>
            <a:srgbClr val="DBEEED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743200"/>
            <a:ext cx="14173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FUNCTIONS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· maxDuration 180s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15468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/api/generate-outline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73680" y="315468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368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/api/generate-sections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78680" y="315468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868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/api/generate-draft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15468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/api/review-draft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9319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Anthropic SDK / OpenAI SDK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F4F6F8"/>
          </a:solidFill>
          <a:ln w="6350">
            <a:solidFill>
              <a:srgbClr val="7B87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370832"/>
            <a:ext cx="1417320" cy="228600"/>
          </a:xfrm>
          <a:prstGeom prst="rect">
            <a:avLst/>
          </a:prstGeom>
          <a:solidFill>
            <a:srgbClr val="52606D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3708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4361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(Sonnet 4.6 / Haiku 4.5) · OpenAI (gpt-4o-mini) — AI_PROVIDER で切替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画面構成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業務アプリ風 5画面（白背景 + ネイビーのタブナビ）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54480"/>
            <a:ext cx="1188720" cy="2286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取材メモ入力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プロジェクト基本情報、取材メモ、文字数警告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898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898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51860" y="1554480"/>
            <a:ext cx="1188720" cy="2286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6" name="Text 14"/>
          <p:cNvSpPr/>
          <p:nvPr/>
        </p:nvSpPr>
        <p:spPr>
          <a:xfrm>
            <a:off x="3451860" y="1554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186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5186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3案を比較カードで提示、選択 → /writer 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1554480"/>
            <a:ext cx="1188720" cy="2286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554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/writer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原稿生成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左に章/小見出しツリー、右に本文+編集メモ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63090" y="301752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63090" y="301752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45970" y="3200400"/>
            <a:ext cx="1188720" cy="2286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204597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/prompts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4597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45970" y="3931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6種類のテンプレートを編集・保存・初期化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74870" y="301752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74870" y="301752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57750" y="3200400"/>
            <a:ext cx="1188720" cy="2286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4" name="Text 32"/>
          <p:cNvSpPr/>
          <p:nvPr/>
        </p:nvSpPr>
        <p:spPr>
          <a:xfrm>
            <a:off x="485775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/memory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775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基本情報・執筆メモリ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57750" y="3931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プロフィール、年表、確定済み事実、文体ルール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ルート設計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 POST エンドポイント。全てJSON入出力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7432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219456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エンドポイント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入力 (主要)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/api/generate-outline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interviewNotes + project基本情報 + promptTemplate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OutlineProposal[]  (3案)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/api/generate-sections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selectedOutline + interviewNotes + writingMemory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OutlineProposal  (sections埋め込み)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/api/generate-draft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+ chapter + section + promptTemplate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SectionDraft  (本文+4種類のメモ)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/api/review-draft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+ writingMemory + promptTemplate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編集メモ・追加質問・修正案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4,096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全ルート: temperature 0.2 / JSON parse失敗時は最大2回まで自動リトライ / 非JSONレスポンス耐性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· 型構造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を頂点に、Outline/Chapter/Section が階層構造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intervieweeName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theme, targetReader, desiredTone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interviewNotes: string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outlineProposals: OutlineProposal[]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selectedOutline?: OutlineProposal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writingMemory: WritingMemory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generatedSections: SectionDraft[]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createdAt, updatedAt: string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7160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ネスト構造（Outline → Chapter → Section）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OutlineProposal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chronological | thematic | narrative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concept, recommendedFor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Chapter[]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title, summary, chapterNumber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 Section[]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title, summary?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SectionDraft (本文)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body, editorNotes[], followUpQuestions[]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factCheckPoints[], continuityNotes[]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永続化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DBなし。localStorage + マイグレーション + JSON I/O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キー一覧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36576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kikigaki:projects:v2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Project[]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全プロジェクトの配列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kikigaki:currentProjectId:v2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現在開いているプロジェクトのID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kikigaki:prompts:v1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PromptTemplate[]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プロンプトはプロジェクト横断（global）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v1→v2 自動マイグレーション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既存ユーザーの v1 データを v2 配列に取り込んで継続利用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2326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3260" y="297180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340614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複数プロジェクト切替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0614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トップバーの ProjectSwitcher で切替・新規・名前変更・削除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9788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97880" y="297180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エクスポート/インポート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8076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プロジェクト+プロンプトを .json で保存・別端末へ移行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ABSTRACTION · プロバイダ抽象化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切替 + 共通 generateJson + リトライ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AI_PROVIDER=anthropic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ANTHROPIC_API_KEY=…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ANTHROPIC_MODEL=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claude-sonnet-4-6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749040" y="1371600"/>
            <a:ext cx="4846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37160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src/lib/ai.ts · generateJson()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77640" y="17830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(provider === "anthropic")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Anthropic.messages.create({ model, system, temperature: 0.2 })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OpenAI.chat.completions.create({ response_format: json_object })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46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generateJsonWithRetry(messages, parser, opts)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661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generateJson() を呼ぶ → 文字列を返す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parser (safeJsonParse + normalize) を実行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成功すれば即 return。失敗なら assistant に raw を見せて「これは valid JSON じゃない、再出力して」と再要求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最大 maxAttempts (=2) 回までリトライ。それでもダメなら raw + 試行回数を呼び出し側に返す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プロンプト管理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6種類のテンプレート + 校正ルールを実行時に合成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54480"/>
            <a:ext cx="73152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校正・編集ルール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用字用語・てにをは・禁則・ですます調。共同通信・朝日新聞準拠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2326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326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06140" y="1554480"/>
            <a:ext cx="7315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40614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614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構成案生成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614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時系列・テーマ・人物伝の3案を必ず生成。各案にコンセプトと推奨用途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13716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3716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1554480"/>
            <a:ext cx="7315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小見出し生成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選択構成案の各章に3〜5節を追加。chapter id・titleは保持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54680"/>
            <a:ext cx="7315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本文生成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800-1200字 + 編集メモ・追加質問・事実確認・つながりメモ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326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3260" y="29718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06140" y="3154680"/>
            <a:ext cx="7315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340614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0614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編集レビュー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0614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別人格AIが事実誤認・美談化・断定を指摘 → 既存メモに追記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97880" y="297180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97880" y="2971800"/>
            <a:ext cx="54864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6080760" y="3154680"/>
            <a:ext cx="731520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followup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追加質問生成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8076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取材メモの不足箇所を次回ヒアリング用の質問にする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校正ルールは本文生成と編集レビュー時に withStyleRules() で systemPrompt 末尾へ自動結合される。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· JSON 出力の堅牢化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出力のブレに耐える 4 段ガード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71500" y="1371600"/>
            <a:ext cx="1965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371600"/>
            <a:ext cx="54864" cy="2468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0866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" y="25603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出力ルールを system に明示。「先頭は {、末尾は }、コードフェンス禁止」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9174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83180" y="1371600"/>
            <a:ext cx="1965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3180" y="1371600"/>
            <a:ext cx="54864" cy="2468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27203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2034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20340" y="25603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に固定。同じ入力で似た構造のJSONが返る確率を上げる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0342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94860" y="1371600"/>
            <a:ext cx="1965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4860" y="1371600"/>
            <a:ext cx="54864" cy="2468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47320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3202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safeJsonParse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32020" y="25603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コードフェンス除去、{...} 抽出、末尾カンマ修正、3パターンで挑戦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1510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06540" y="1371600"/>
            <a:ext cx="1965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06540" y="1371600"/>
            <a:ext cx="54864" cy="2468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67437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43700" y="2148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3700" y="25603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parseがnullなら raw を AI に見せて「これはJSONじゃない、再出力」と最大2回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最終フォールバック: 本文生成が全試行失敗しても、生テキストを body に入れたダミー draft を返して UI を壊さない。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· タイムアウト/トークン設計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Vercel関数の時間とAI出力サイズの両方を握る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関数タイムアウト (vercel.json)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maxDuration: 180  (Pro 300s まで可)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なぜ必要か: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・Sonnet 4.6 は 15K字入力で 30〜45秒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・リトライが走ると最大 2 倍 = 60〜90秒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・60s 固定だと安全側で必ずタイムアウト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クライアント側で非JSONレスポンスを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apiClient.postJson() が人間可読に変換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(出力上限)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828800"/>
          <a:ext cx="3566160" cy="13716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generate-outline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generate-sections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generate-draft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review-draft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2606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4,096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9204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教訓: 入力&lt;出力で詰まる。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15K字入力 → 出力 6Kでは足りない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の出力上限は 64K なので余裕あり。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長文対策 (構想)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 + retrieval で 40K 字級にも耐える設計（未実装）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9224" y="1463040"/>
            <a:ext cx="1481328" cy="1508760"/>
          </a:xfrm>
          <a:prstGeom prst="rect">
            <a:avLst/>
          </a:prstGeom>
          <a:solidFill>
            <a:srgbClr val="E6ECF3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600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0664" y="192024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取材メモ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30552" y="20345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79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40280" y="1463040"/>
            <a:ext cx="1481328" cy="1508760"/>
          </a:xfrm>
          <a:prstGeom prst="rect">
            <a:avLst/>
          </a:prstGeom>
          <a:solidFill>
            <a:srgbClr val="DBEEED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600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92024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5K字ずつに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 (8 chunks)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21608" y="20345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794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31336" y="1463040"/>
            <a:ext cx="1481328" cy="1508760"/>
          </a:xfrm>
          <a:prstGeom prst="rect">
            <a:avLst/>
          </a:prstGeom>
          <a:solidFill>
            <a:srgbClr val="DBEEED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1600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22776" y="192024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並列でAI要約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重要発言を保持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12664" y="20345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79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22392" y="1463040"/>
            <a:ext cx="1481328" cy="1508760"/>
          </a:xfrm>
          <a:prstGeom prst="rect">
            <a:avLst/>
          </a:prstGeom>
          <a:solidFill>
            <a:srgbClr val="FFF3CC"/>
          </a:solidFill>
          <a:ln w="9525">
            <a:solidFill>
              <a:srgbClr val="8A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1600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13832" y="192024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4-5K字の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0345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794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13448" y="1463040"/>
            <a:ext cx="1481328" cy="1508760"/>
          </a:xfrm>
          <a:prstGeom prst="rect">
            <a:avLst/>
          </a:prstGeom>
          <a:solidFill>
            <a:srgbClr val="E3F1E8"/>
          </a:solidFill>
          <a:ln w="9525">
            <a:solidFill>
              <a:srgbClr val="1E6E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1600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04888" y="192024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本文生成時に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関連chunkを選択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246120"/>
            <a:ext cx="54864" cy="1371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構成案・小見出し生成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COMPRESSED (要約版) のみを渡す。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全体把握だけで十分なのでディテール不要。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コスト・速度ともに有利。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246120"/>
            <a:ext cx="54864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本文生成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6118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AIにRETRIEVE役をやらせる (no vector DB)。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小見出しごとに関連chunkを2〜3個選び、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原文をそのまま本文生成に渡す。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· ハマりどころ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本番で踏んだ罠と回避策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で prefill 拒否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側に "{" を先置きする JSON 強制テクニックが 400 で弾かれた。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04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prefill を撤去。systemプロンプトでの厳格指示 + safeJsonParse + リトライに切替。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関数タイムアウトで非JSON応答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60秒超過時 Vercel が HTML/プレーンを返し、res.json() が "Unexpected Token A..." で落ちた。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404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apiClient.postJson() で非JSONを検出 → 人間可読エラーに変換。maxDuration を 180s に。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90672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90672"/>
            <a:ext cx="54864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を変えても反映されない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593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を編集しても dev サーバは再起動するまで古い値で動く。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1239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Ctrl+C で停止 → npm run dev で再起動。Vercel側は Project Settings の Environment Variables。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90672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90672"/>
            <a:ext cx="54864" cy="1554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で出力切れ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93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15K字入力で 3案 × 6章 のJSONが 6K tokens を超えて途中で切れた → parse失敗。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1239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outline 16K / sections 12K / draft 6K に引き上げ。Sonnet出力上限64Kなので余裕。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強化候補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業務利用に向けた拡張案（優先順）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聞き書き出版AI · システム解説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3291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 (デモ後すぐ着手可)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2402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実装（圧縮 + retrieve、本スライド13）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整合性チェッカー（年表 × 本文の矛盾検出）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章間の文体・人称ブレ検出（一括スキャン）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用字用語ハイライト（違反箇所をマーカー）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13716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3260" y="1371600"/>
            <a:ext cx="54864" cy="3291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0614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6140" y="1965960"/>
            <a:ext cx="22402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取材音声→自動文字起こし (Whisper)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編集者ごとのスタイルプリセット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対象者向け確認画面（URL共有で本人確認）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縦書きPDF / EPUB / InDesign 出力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1371600"/>
            <a:ext cx="54864" cy="3291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65960"/>
            <a:ext cx="22402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複数取材セッションの統合 (1冊=10回ヒアリング)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エピソードカード方式 (Kanban風)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読者ペルソナ視点レビュー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 (出版希望者) 管理 + 見積もり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291840" cy="3291840"/>
          </a:xfrm>
          <a:prstGeom prst="ellipse">
            <a:avLst/>
          </a:prstGeom>
          <a:solidFill>
            <a:srgbClr val="1F3A5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0E7C7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Q&amp;A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実機ウォークスルー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質問はいつでもどうぞ。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https://tokitsukaze.vercel.app/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github.com/Willwesternavenue/tokitsukaze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聞き書き出版AI システム解説</dc:title>
  <dc:subject>PptxGenJS Presentation</dc:subject>
  <dc:creator>tokitsukaze</dc:creator>
  <cp:lastModifiedBy>tokitsukaze</cp:lastModifiedBy>
  <cp:revision>1</cp:revision>
  <dcterms:created xsi:type="dcterms:W3CDTF">2026-06-03T08:09:09Z</dcterms:created>
  <dcterms:modified xsi:type="dcterms:W3CDTF">2026-06-03T08:09:09Z</dcterms:modified>
</cp:coreProperties>
</file>